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F2FB1106-0F3B-46E9-86D1-4CB518A0CAD1}">
          <p14:sldIdLst>
            <p14:sldId id="256"/>
          </p14:sldIdLst>
        </p14:section>
        <p14:section name="Untitled Section" id="{D3E4E1E3-6581-4B18-9F97-88BFF9E3807D}">
          <p14:sldIdLst>
            <p14:sldId id="257"/>
            <p14:sldId id="258"/>
            <p14:sldId id="259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04CD88-2D53-D139-1812-065AFC3E62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F532C8-B8B2-DDC9-A5B1-522499FB77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AAB6B2-1AC4-6D12-6333-2FA51D0D75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CF08E-7E66-4E7B-8278-739A8A61F6D0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3485C9-5D36-C7C8-CAB7-8A9E3D800D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CB2244-0D35-3F47-7A39-FEC863E8D4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9BA46-D810-43C4-A633-095D462A66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04359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3AFF19-8B68-10C6-CA96-83DBE6CAEF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080D4A-4E4F-8132-BCCF-68858C469A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179DA1-5094-0E68-D7FB-48AB8FCD1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CF08E-7E66-4E7B-8278-739A8A61F6D0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41603A-BF26-B7E7-CE2A-251DD728EC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56F130-D0FD-F8AF-6A33-CDE0E7C3D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9BA46-D810-43C4-A633-095D462A66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92387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8D12A0-9B39-7B7F-DA5B-A64D384A34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299143-A7C8-D9A6-928E-E86810F2CF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35B5C3-562B-CE88-71F6-0251017D8D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CF08E-7E66-4E7B-8278-739A8A61F6D0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B45385-76F7-B884-B014-01508CCB9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5E654D-DC9B-FBD8-DDE6-842EFEA2C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9BA46-D810-43C4-A633-095D462A66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84191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B2441C-9CFD-3020-C8A6-9D2863F3B7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D23340-571C-3FE4-C8B0-CC7CB40AC3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61B723-F07C-A047-CCF7-71C676D06D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29C42A-F2E2-42F0-D8E0-4E912CDA50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CF08E-7E66-4E7B-8278-739A8A61F6D0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F1E97F-2833-8386-E463-FA211B615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B717FD-71C4-A173-5A1B-3597BB77B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9BA46-D810-43C4-A633-095D462A66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11171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FC68DB-BD43-F4AE-5712-AC39347357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376D74-D921-6481-03C3-71557E0ED5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0AF7B8-CEB4-5879-986E-3D4AC71A11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A4B3ED3-4E3D-95E9-FEA8-DB8624AB29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840ECAB-6959-ABF8-25F8-225C0F568A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D584AF-8941-2D61-0732-D540707D05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CF08E-7E66-4E7B-8278-739A8A61F6D0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46A01D7-0D55-B19B-4AB9-7732C1440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56287B1-8BD4-84AE-47A7-444CBB7964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9BA46-D810-43C4-A633-095D462A66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1406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3C018-3AFC-1682-B2BD-C3EDA0A7C9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E7E822-BA18-C5CC-172A-7F222301C9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CF08E-7E66-4E7B-8278-739A8A61F6D0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75E033-10FA-4CAA-3D84-015653F05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98D992-7D9D-3621-2138-40276EF2A2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9BA46-D810-43C4-A633-095D462A66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11234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2D0FE71-1D74-F631-3D80-32C81828F6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CF08E-7E66-4E7B-8278-739A8A61F6D0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3D45BBF-09D8-4605-25A7-BB06CFD8B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C65E14-A10D-0F3D-C240-CD8E69970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9BA46-D810-43C4-A633-095D462A66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24273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A818B-5FAA-CB94-6545-BA32C769C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3638A5-07DF-B137-F8A9-E9F05A057D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24F7C7-9BC7-ED3F-9C4D-BD35717511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5B9FB8-F6E6-A71D-62B8-0BB340AD00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CF08E-7E66-4E7B-8278-739A8A61F6D0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496C3F-1CD0-ACFE-8B3D-AE2F4070F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F1B921-4064-5100-7CA1-9165EB4CE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9BA46-D810-43C4-A633-095D462A66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00991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F53FE4-00A2-17A5-ACF3-B504AF6641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44A997A-B1A6-A6C1-402A-B42080923E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D3EDF2-301B-6468-D5D4-6352B889FA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FC78D8-FE17-1A95-B596-66547B448C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CF08E-7E66-4E7B-8278-739A8A61F6D0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03877F-6913-E8C2-621C-5FA921CD9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9D5E05-8649-126F-ED64-7220F88B6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9BA46-D810-43C4-A633-095D462A66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27846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2C4BF5-4038-A8DD-0A17-E94521CCDE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50F229-34DB-D394-8695-71C54568C9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6FA7F2-4FEF-2F57-A146-786E2034B5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CF08E-7E66-4E7B-8278-739A8A61F6D0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BACA53-DC39-1593-F945-26DBAC2DB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24123D-27B1-B500-F0CE-92B4B59A7F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9BA46-D810-43C4-A633-095D462A66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57359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83A1187-1C58-B147-2389-8870582AAF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7DDE0F-5C49-C245-96B9-6754D8AEF5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F0BF85-0801-B3D6-C0F9-AB59FB1A7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CF08E-7E66-4E7B-8278-739A8A61F6D0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647220-A495-E5EE-27DB-72A1F69FD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472F69-227B-5292-6F25-00C9DB1D4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9BA46-D810-43C4-A633-095D462A66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53376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1029195-8BC3-4D24-BF9E-B811C79DE7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70D821-4FDA-4D74-F66B-969F6C3A38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8A1192-4424-18C1-3064-EF7C564B05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DCF08E-7E66-4E7B-8278-739A8A61F6D0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E6A81C-C47E-C63B-0CB4-CAEE0F484C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B11BFE-2B04-2549-1D50-B06D153D90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A9BA46-D810-43C4-A633-095D462A66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01868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258FB-BAA1-DB21-7FE3-FE7E491F6A0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39AF06-EB28-0C77-96C2-63E246393D3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B64EE5F-3265-CED7-D309-84F39680BB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2908"/>
            <a:ext cx="12192000" cy="6632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56496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BDAF9D-3C84-E7F0-469D-93F6C85F98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559710" cy="1217869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E906441-8BD4-0C97-1E9D-2170624FEC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9654"/>
            <a:ext cx="12192000" cy="6751484"/>
          </a:xfrm>
        </p:spPr>
      </p:pic>
    </p:spTree>
    <p:extLst>
      <p:ext uri="{BB962C8B-B14F-4D97-AF65-F5344CB8AC3E}">
        <p14:creationId xmlns:p14="http://schemas.microsoft.com/office/powerpoint/2010/main" val="28636113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E609B-81D0-B2D3-CA20-3DA881D46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F8262E1-24C3-7990-61DA-EE86E7141A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218259" cy="6636774"/>
          </a:xfrm>
        </p:spPr>
      </p:pic>
    </p:spTree>
    <p:extLst>
      <p:ext uri="{BB962C8B-B14F-4D97-AF65-F5344CB8AC3E}">
        <p14:creationId xmlns:p14="http://schemas.microsoft.com/office/powerpoint/2010/main" val="15307982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C96872-65DE-B060-38D6-CC2AAE4453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2472C2E-6209-E8A6-B7C9-E508589AE1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1116"/>
            <a:ext cx="12149107" cy="6695768"/>
          </a:xfrm>
        </p:spPr>
      </p:pic>
    </p:spTree>
    <p:extLst>
      <p:ext uri="{BB962C8B-B14F-4D97-AF65-F5344CB8AC3E}">
        <p14:creationId xmlns:p14="http://schemas.microsoft.com/office/powerpoint/2010/main" val="35810230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Muhammed Jaseem VT</dc:creator>
  <cp:lastModifiedBy>Muhammed Jaseem VT</cp:lastModifiedBy>
  <cp:revision>1</cp:revision>
  <dcterms:created xsi:type="dcterms:W3CDTF">2025-11-12T15:12:45Z</dcterms:created>
  <dcterms:modified xsi:type="dcterms:W3CDTF">2025-11-12T15:13:08Z</dcterms:modified>
</cp:coreProperties>
</file>